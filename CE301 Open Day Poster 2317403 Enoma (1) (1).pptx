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sldIdLst>
    <p:sldId id="256" r:id="rId4"/>
  </p:sldIdLst>
  <p:sldSz cx="15122525" cy="10693400"/>
  <p:notesSz cx="20929600" cy="298196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900" kern="1200">
        <a:solidFill>
          <a:schemeClr val="tx1"/>
        </a:solidFill>
        <a:latin typeface="Arial" charset="0"/>
        <a:ea typeface="Arial" charset="0"/>
        <a:cs typeface="Arial" charset="0"/>
      </a:defRPr>
    </a:lvl1pPr>
    <a:lvl2pPr marL="469900" indent="-12700" algn="l" rtl="0" fontAlgn="base">
      <a:spcBef>
        <a:spcPct val="0"/>
      </a:spcBef>
      <a:spcAft>
        <a:spcPct val="0"/>
      </a:spcAft>
      <a:defRPr sz="2900" kern="1200">
        <a:solidFill>
          <a:schemeClr val="tx1"/>
        </a:solidFill>
        <a:latin typeface="Arial" charset="0"/>
        <a:ea typeface="Arial" charset="0"/>
        <a:cs typeface="Arial" charset="0"/>
      </a:defRPr>
    </a:lvl2pPr>
    <a:lvl3pPr marL="939800" indent="-25400" algn="l" rtl="0" fontAlgn="base">
      <a:spcBef>
        <a:spcPct val="0"/>
      </a:spcBef>
      <a:spcAft>
        <a:spcPct val="0"/>
      </a:spcAft>
      <a:defRPr sz="2900" kern="1200">
        <a:solidFill>
          <a:schemeClr val="tx1"/>
        </a:solidFill>
        <a:latin typeface="Arial" charset="0"/>
        <a:ea typeface="Arial" charset="0"/>
        <a:cs typeface="Arial" charset="0"/>
      </a:defRPr>
    </a:lvl3pPr>
    <a:lvl4pPr marL="1409700" indent="-38100" algn="l" rtl="0" fontAlgn="base">
      <a:spcBef>
        <a:spcPct val="0"/>
      </a:spcBef>
      <a:spcAft>
        <a:spcPct val="0"/>
      </a:spcAft>
      <a:defRPr sz="2900" kern="1200">
        <a:solidFill>
          <a:schemeClr val="tx1"/>
        </a:solidFill>
        <a:latin typeface="Arial" charset="0"/>
        <a:ea typeface="Arial" charset="0"/>
        <a:cs typeface="Arial" charset="0"/>
      </a:defRPr>
    </a:lvl4pPr>
    <a:lvl5pPr marL="1881188" indent="-52388" algn="l" rtl="0" fontAlgn="base">
      <a:spcBef>
        <a:spcPct val="0"/>
      </a:spcBef>
      <a:spcAft>
        <a:spcPct val="0"/>
      </a:spcAft>
      <a:defRPr sz="2900" kern="1200">
        <a:solidFill>
          <a:schemeClr val="tx1"/>
        </a:solidFill>
        <a:latin typeface="Arial" charset="0"/>
        <a:ea typeface="Arial" charset="0"/>
        <a:cs typeface="Arial" charset="0"/>
      </a:defRPr>
    </a:lvl5pPr>
    <a:lvl6pPr marL="2286000" algn="l" defTabSz="914400" rtl="0" eaLnBrk="1" latinLnBrk="0" hangingPunct="1">
      <a:defRPr sz="2900" kern="1200">
        <a:solidFill>
          <a:schemeClr val="tx1"/>
        </a:solidFill>
        <a:latin typeface="Arial" charset="0"/>
        <a:ea typeface="Arial" charset="0"/>
        <a:cs typeface="Arial" charset="0"/>
      </a:defRPr>
    </a:lvl6pPr>
    <a:lvl7pPr marL="2743200" algn="l" defTabSz="914400" rtl="0" eaLnBrk="1" latinLnBrk="0" hangingPunct="1">
      <a:defRPr sz="2900" kern="1200">
        <a:solidFill>
          <a:schemeClr val="tx1"/>
        </a:solidFill>
        <a:latin typeface="Arial" charset="0"/>
        <a:ea typeface="Arial" charset="0"/>
        <a:cs typeface="Arial" charset="0"/>
      </a:defRPr>
    </a:lvl7pPr>
    <a:lvl8pPr marL="3200400" algn="l" defTabSz="914400" rtl="0" eaLnBrk="1" latinLnBrk="0" hangingPunct="1">
      <a:defRPr sz="2900" kern="1200">
        <a:solidFill>
          <a:schemeClr val="tx1"/>
        </a:solidFill>
        <a:latin typeface="Arial" charset="0"/>
        <a:ea typeface="Arial" charset="0"/>
        <a:cs typeface="Arial" charset="0"/>
      </a:defRPr>
    </a:lvl8pPr>
    <a:lvl9pPr marL="3657600" algn="l" defTabSz="914400" rtl="0" eaLnBrk="1" latinLnBrk="0" hangingPunct="1">
      <a:defRPr sz="2900" kern="1200">
        <a:solidFill>
          <a:schemeClr val="tx1"/>
        </a:solidFill>
        <a:latin typeface="Arial" charset="0"/>
        <a:ea typeface="Arial" charset="0"/>
        <a:cs typeface="Arial" charset="0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A1D42"/>
    <a:srgbClr val="660033"/>
    <a:srgbClr val="00FFFF"/>
    <a:srgbClr val="0033CC"/>
    <a:srgbClr val="0463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4"/>
  </p:normalViewPr>
  <p:slideViewPr>
    <p:cSldViewPr>
      <p:cViewPr varScale="1">
        <p:scale>
          <a:sx n="50" d="100"/>
          <a:sy n="50" d="100"/>
        </p:scale>
        <p:origin x="144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Master" Target="slideMasters/slideMaster1.xml"/><Relationship Id="rId7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68504" y="6598796"/>
            <a:ext cx="25706456" cy="455310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37008" y="12037544"/>
            <a:ext cx="21169448" cy="5428890"/>
          </a:xfrm>
        </p:spPr>
        <p:txBody>
          <a:bodyPr/>
          <a:lstStyle>
            <a:lvl1pPr marL="0" indent="0" algn="ctr">
              <a:buNone/>
              <a:defRPr/>
            </a:lvl1pPr>
            <a:lvl2pPr marL="470322" indent="0" algn="ctr">
              <a:buNone/>
              <a:defRPr/>
            </a:lvl2pPr>
            <a:lvl3pPr marL="940643" indent="0" algn="ctr">
              <a:buNone/>
              <a:defRPr/>
            </a:lvl3pPr>
            <a:lvl4pPr marL="1410965" indent="0" algn="ctr">
              <a:buNone/>
              <a:defRPr/>
            </a:lvl4pPr>
            <a:lvl5pPr marL="1881287" indent="0" algn="ctr">
              <a:buNone/>
              <a:defRPr/>
            </a:lvl5pPr>
            <a:lvl6pPr marL="2351608" indent="0" algn="ctr">
              <a:buNone/>
              <a:defRPr/>
            </a:lvl6pPr>
            <a:lvl7pPr marL="2821930" indent="0" algn="ctr">
              <a:buNone/>
              <a:defRPr/>
            </a:lvl7pPr>
            <a:lvl8pPr marL="3292251" indent="0" algn="ctr">
              <a:buNone/>
              <a:defRPr/>
            </a:lvl8pPr>
            <a:lvl9pPr marL="3762573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7235E1-9EE5-9B4E-A378-16028398161B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642703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370172C-9007-214A-B59E-92CD2D2A6BA7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869252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8840" y="13649451"/>
            <a:ext cx="25706456" cy="4219549"/>
          </a:xfrm>
        </p:spPr>
        <p:txBody>
          <a:bodyPr anchor="t"/>
          <a:lstStyle>
            <a:lvl1pPr algn="l">
              <a:defRPr sz="41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88840" y="9002690"/>
            <a:ext cx="25706456" cy="4646761"/>
          </a:xfrm>
        </p:spPr>
        <p:txBody>
          <a:bodyPr anchor="b"/>
          <a:lstStyle>
            <a:lvl1pPr marL="0" indent="0">
              <a:buNone/>
              <a:defRPr sz="2100"/>
            </a:lvl1pPr>
            <a:lvl2pPr marL="470322" indent="0">
              <a:buNone/>
              <a:defRPr sz="1900"/>
            </a:lvl2pPr>
            <a:lvl3pPr marL="940643" indent="0">
              <a:buNone/>
              <a:defRPr sz="1600"/>
            </a:lvl3pPr>
            <a:lvl4pPr marL="1410965" indent="0">
              <a:buNone/>
              <a:defRPr sz="1400"/>
            </a:lvl4pPr>
            <a:lvl5pPr marL="1881287" indent="0">
              <a:buNone/>
              <a:defRPr sz="1400"/>
            </a:lvl5pPr>
            <a:lvl6pPr marL="2351608" indent="0">
              <a:buNone/>
              <a:defRPr sz="1400"/>
            </a:lvl6pPr>
            <a:lvl7pPr marL="2821930" indent="0">
              <a:buNone/>
              <a:defRPr sz="1400"/>
            </a:lvl7pPr>
            <a:lvl8pPr marL="3292251" indent="0">
              <a:buNone/>
              <a:defRPr sz="1400"/>
            </a:lvl8pPr>
            <a:lvl9pPr marL="3762573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F7F13A-C50D-2947-AB70-F7A900AB46FF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200676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12336" y="4957313"/>
            <a:ext cx="13531340" cy="14017511"/>
          </a:xfrm>
        </p:spPr>
        <p:txBody>
          <a:bodyPr/>
          <a:lstStyle>
            <a:lvl1pPr>
              <a:defRPr sz="2900"/>
            </a:lvl1pPr>
            <a:lvl2pPr>
              <a:defRPr sz="2500"/>
            </a:lvl2pPr>
            <a:lvl3pPr>
              <a:defRPr sz="21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199789" y="4957313"/>
            <a:ext cx="13531339" cy="14017511"/>
          </a:xfrm>
        </p:spPr>
        <p:txBody>
          <a:bodyPr/>
          <a:lstStyle>
            <a:lvl1pPr>
              <a:defRPr sz="2900"/>
            </a:lvl1pPr>
            <a:lvl2pPr>
              <a:defRPr sz="2500"/>
            </a:lvl2pPr>
            <a:lvl3pPr>
              <a:defRPr sz="21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AF09E48-7AF0-F147-8625-1E9BBEDE6E73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224105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2336" y="4755209"/>
            <a:ext cx="13362219" cy="1981610"/>
          </a:xfrm>
        </p:spPr>
        <p:txBody>
          <a:bodyPr anchor="b"/>
          <a:lstStyle>
            <a:lvl1pPr marL="0" indent="0">
              <a:buNone/>
              <a:defRPr sz="2500" b="1"/>
            </a:lvl1pPr>
            <a:lvl2pPr marL="470322" indent="0">
              <a:buNone/>
              <a:defRPr sz="2100" b="1"/>
            </a:lvl2pPr>
            <a:lvl3pPr marL="940643" indent="0">
              <a:buNone/>
              <a:defRPr sz="1900" b="1"/>
            </a:lvl3pPr>
            <a:lvl4pPr marL="1410965" indent="0">
              <a:buNone/>
              <a:defRPr sz="1600" b="1"/>
            </a:lvl4pPr>
            <a:lvl5pPr marL="1881287" indent="0">
              <a:buNone/>
              <a:defRPr sz="1600" b="1"/>
            </a:lvl5pPr>
            <a:lvl6pPr marL="2351608" indent="0">
              <a:buNone/>
              <a:defRPr sz="1600" b="1"/>
            </a:lvl6pPr>
            <a:lvl7pPr marL="2821930" indent="0">
              <a:buNone/>
              <a:defRPr sz="1600" b="1"/>
            </a:lvl7pPr>
            <a:lvl8pPr marL="3292251" indent="0">
              <a:buNone/>
              <a:defRPr sz="1600" b="1"/>
            </a:lvl8pPr>
            <a:lvl9pPr marL="376257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12336" y="6736818"/>
            <a:ext cx="13362219" cy="12238005"/>
          </a:xfrm>
        </p:spPr>
        <p:txBody>
          <a:bodyPr/>
          <a:lstStyle>
            <a:lvl1pPr>
              <a:defRPr sz="2500"/>
            </a:lvl1pPr>
            <a:lvl2pPr>
              <a:defRPr sz="2100"/>
            </a:lvl2pPr>
            <a:lvl3pPr>
              <a:defRPr sz="19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64030" y="4755209"/>
            <a:ext cx="13367097" cy="1981610"/>
          </a:xfrm>
        </p:spPr>
        <p:txBody>
          <a:bodyPr anchor="b"/>
          <a:lstStyle>
            <a:lvl1pPr marL="0" indent="0">
              <a:buNone/>
              <a:defRPr sz="2500" b="1"/>
            </a:lvl1pPr>
            <a:lvl2pPr marL="470322" indent="0">
              <a:buNone/>
              <a:defRPr sz="2100" b="1"/>
            </a:lvl2pPr>
            <a:lvl3pPr marL="940643" indent="0">
              <a:buNone/>
              <a:defRPr sz="1900" b="1"/>
            </a:lvl3pPr>
            <a:lvl4pPr marL="1410965" indent="0">
              <a:buNone/>
              <a:defRPr sz="1600" b="1"/>
            </a:lvl4pPr>
            <a:lvl5pPr marL="1881287" indent="0">
              <a:buNone/>
              <a:defRPr sz="1600" b="1"/>
            </a:lvl5pPr>
            <a:lvl6pPr marL="2351608" indent="0">
              <a:buNone/>
              <a:defRPr sz="1600" b="1"/>
            </a:lvl6pPr>
            <a:lvl7pPr marL="2821930" indent="0">
              <a:buNone/>
              <a:defRPr sz="1600" b="1"/>
            </a:lvl7pPr>
            <a:lvl8pPr marL="3292251" indent="0">
              <a:buNone/>
              <a:defRPr sz="1600" b="1"/>
            </a:lvl8pPr>
            <a:lvl9pPr marL="376257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64030" y="6736818"/>
            <a:ext cx="13367097" cy="12238005"/>
          </a:xfrm>
        </p:spPr>
        <p:txBody>
          <a:bodyPr/>
          <a:lstStyle>
            <a:lvl1pPr>
              <a:defRPr sz="2500"/>
            </a:lvl1pPr>
            <a:lvl2pPr>
              <a:defRPr sz="2100"/>
            </a:lvl2pPr>
            <a:lvl3pPr>
              <a:defRPr sz="19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F0E0976-4050-8849-B93D-C9974A7BE4B0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648909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92A00D-80C1-5E42-9731-05E9BE2843A4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300040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2AB8E08-0882-4045-8039-B54BFF0D5BD9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284546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2336" y="846211"/>
            <a:ext cx="9950519" cy="3598447"/>
          </a:xfrm>
        </p:spPr>
        <p:txBody>
          <a:bodyPr anchor="b"/>
          <a:lstStyle>
            <a:lvl1pPr algn="l">
              <a:defRPr sz="21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23865" y="846211"/>
            <a:ext cx="16907263" cy="18128613"/>
          </a:xfrm>
        </p:spPr>
        <p:txBody>
          <a:bodyPr/>
          <a:lstStyle>
            <a:lvl1pPr>
              <a:defRPr sz="3300"/>
            </a:lvl1pPr>
            <a:lvl2pPr>
              <a:defRPr sz="2900"/>
            </a:lvl2pPr>
            <a:lvl3pPr>
              <a:defRPr sz="25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12336" y="4444657"/>
            <a:ext cx="9950519" cy="14530166"/>
          </a:xfrm>
        </p:spPr>
        <p:txBody>
          <a:bodyPr/>
          <a:lstStyle>
            <a:lvl1pPr marL="0" indent="0">
              <a:buNone/>
              <a:defRPr sz="1400"/>
            </a:lvl1pPr>
            <a:lvl2pPr marL="470322" indent="0">
              <a:buNone/>
              <a:defRPr sz="1200"/>
            </a:lvl2pPr>
            <a:lvl3pPr marL="940643" indent="0">
              <a:buNone/>
              <a:defRPr sz="1000"/>
            </a:lvl3pPr>
            <a:lvl4pPr marL="1410965" indent="0">
              <a:buNone/>
              <a:defRPr sz="900"/>
            </a:lvl4pPr>
            <a:lvl5pPr marL="1881287" indent="0">
              <a:buNone/>
              <a:defRPr sz="900"/>
            </a:lvl5pPr>
            <a:lvl6pPr marL="2351608" indent="0">
              <a:buNone/>
              <a:defRPr sz="900"/>
            </a:lvl6pPr>
            <a:lvl7pPr marL="2821930" indent="0">
              <a:buNone/>
              <a:defRPr sz="900"/>
            </a:lvl7pPr>
            <a:lvl8pPr marL="3292251" indent="0">
              <a:buNone/>
              <a:defRPr sz="900"/>
            </a:lvl8pPr>
            <a:lvl9pPr marL="376257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0FF174-7C35-1A4B-A6AA-113DC7661084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717535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27381" y="14870294"/>
            <a:ext cx="18146403" cy="1754859"/>
          </a:xfrm>
        </p:spPr>
        <p:txBody>
          <a:bodyPr anchor="b"/>
          <a:lstStyle>
            <a:lvl1pPr algn="l">
              <a:defRPr sz="21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927381" y="1897812"/>
            <a:ext cx="18146403" cy="12745731"/>
          </a:xfrm>
        </p:spPr>
        <p:txBody>
          <a:bodyPr lIns="294019" tIns="147016" rIns="294019" bIns="147016"/>
          <a:lstStyle>
            <a:lvl1pPr marL="0" indent="0">
              <a:buNone/>
              <a:defRPr sz="3300"/>
            </a:lvl1pPr>
            <a:lvl2pPr marL="470322" indent="0">
              <a:buNone/>
              <a:defRPr sz="2900"/>
            </a:lvl2pPr>
            <a:lvl3pPr marL="940643" indent="0">
              <a:buNone/>
              <a:defRPr sz="2500"/>
            </a:lvl3pPr>
            <a:lvl4pPr marL="1410965" indent="0">
              <a:buNone/>
              <a:defRPr sz="2100"/>
            </a:lvl4pPr>
            <a:lvl5pPr marL="1881287" indent="0">
              <a:buNone/>
              <a:defRPr sz="2100"/>
            </a:lvl5pPr>
            <a:lvl6pPr marL="2351608" indent="0">
              <a:buNone/>
              <a:defRPr sz="2100"/>
            </a:lvl6pPr>
            <a:lvl7pPr marL="2821930" indent="0">
              <a:buNone/>
              <a:defRPr sz="2100"/>
            </a:lvl7pPr>
            <a:lvl8pPr marL="3292251" indent="0">
              <a:buNone/>
              <a:defRPr sz="2100"/>
            </a:lvl8pPr>
            <a:lvl9pPr marL="3762573" indent="0">
              <a:buNone/>
              <a:defRPr sz="2100"/>
            </a:lvl9pPr>
          </a:lstStyle>
          <a:p>
            <a:pPr lvl="0"/>
            <a:r>
              <a:rPr lang="en-US" noProof="0"/>
              <a:t>Drag picture to placeholder or click icon to add</a:t>
            </a:r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27381" y="16625153"/>
            <a:ext cx="18146403" cy="2492623"/>
          </a:xfrm>
        </p:spPr>
        <p:txBody>
          <a:bodyPr/>
          <a:lstStyle>
            <a:lvl1pPr marL="0" indent="0">
              <a:buNone/>
              <a:defRPr sz="1400"/>
            </a:lvl1pPr>
            <a:lvl2pPr marL="470322" indent="0">
              <a:buNone/>
              <a:defRPr sz="1200"/>
            </a:lvl2pPr>
            <a:lvl3pPr marL="940643" indent="0">
              <a:buNone/>
              <a:defRPr sz="1000"/>
            </a:lvl3pPr>
            <a:lvl4pPr marL="1410965" indent="0">
              <a:buNone/>
              <a:defRPr sz="900"/>
            </a:lvl4pPr>
            <a:lvl5pPr marL="1881287" indent="0">
              <a:buNone/>
              <a:defRPr sz="900"/>
            </a:lvl5pPr>
            <a:lvl6pPr marL="2351608" indent="0">
              <a:buNone/>
              <a:defRPr sz="900"/>
            </a:lvl6pPr>
            <a:lvl7pPr marL="2821930" indent="0">
              <a:buNone/>
              <a:defRPr sz="900"/>
            </a:lvl7pPr>
            <a:lvl8pPr marL="3292251" indent="0">
              <a:buNone/>
              <a:defRPr sz="900"/>
            </a:lvl8pPr>
            <a:lvl9pPr marL="376257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36CDCD6-9923-B144-AE4C-F2786CB30661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5004034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E2F710A-7EB4-8248-AD16-1A5A614CA6F0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526960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927242" y="851140"/>
            <a:ext cx="6803885" cy="181236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12336" y="851140"/>
            <a:ext cx="20258795" cy="181236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7BF9AA-33CA-734A-9E34-8DEFA349FDE5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199340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55650" y="428625"/>
            <a:ext cx="13611225" cy="178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147408" tIns="73708" rIns="147408" bIns="7370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x-none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0" y="2495550"/>
            <a:ext cx="13611225" cy="705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147408" tIns="73708" rIns="147408" bIns="7370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x-none"/>
              <a:t>Click to edit Master text styles</a:t>
            </a:r>
          </a:p>
          <a:p>
            <a:pPr lvl="1"/>
            <a:r>
              <a:rPr lang="en-US" altLang="x-none"/>
              <a:t>Second level</a:t>
            </a:r>
          </a:p>
          <a:p>
            <a:pPr lvl="2"/>
            <a:r>
              <a:rPr lang="en-US" altLang="x-none"/>
              <a:t>Third level</a:t>
            </a:r>
          </a:p>
          <a:p>
            <a:pPr lvl="3"/>
            <a:r>
              <a:rPr lang="en-US" altLang="x-none"/>
              <a:t>Fourth level</a:t>
            </a:r>
          </a:p>
          <a:p>
            <a:pPr lvl="4"/>
            <a:r>
              <a:rPr lang="en-US" altLang="x-none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55650" y="9737725"/>
            <a:ext cx="3529013" cy="74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47408" tIns="73708" rIns="147408" bIns="73708" numCol="1" anchor="t" anchorCtr="0" compatLnSpc="1">
            <a:prstTxWarp prst="textNoShape">
              <a:avLst/>
            </a:prstTxWarp>
          </a:bodyPr>
          <a:lstStyle>
            <a:lvl1pPr>
              <a:defRPr sz="2300"/>
            </a:lvl1pPr>
          </a:lstStyle>
          <a:p>
            <a:endParaRPr lang="en-US" altLang="x-none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167313" y="9737725"/>
            <a:ext cx="4787900" cy="74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47408" tIns="73708" rIns="147408" bIns="73708" numCol="1" anchor="t" anchorCtr="0" compatLnSpc="1">
            <a:prstTxWarp prst="textNoShape">
              <a:avLst/>
            </a:prstTxWarp>
          </a:bodyPr>
          <a:lstStyle>
            <a:lvl1pPr algn="ctr">
              <a:defRPr sz="2300"/>
            </a:lvl1pPr>
          </a:lstStyle>
          <a:p>
            <a:endParaRPr lang="en-US" altLang="x-none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837863" y="9737725"/>
            <a:ext cx="3529012" cy="74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47408" tIns="73708" rIns="147408" bIns="73708" numCol="1" anchor="t" anchorCtr="0" compatLnSpc="1">
            <a:prstTxWarp prst="textNoShape">
              <a:avLst/>
            </a:prstTxWarp>
          </a:bodyPr>
          <a:lstStyle>
            <a:lvl1pPr algn="r">
              <a:defRPr sz="2300"/>
            </a:lvl1pPr>
          </a:lstStyle>
          <a:p>
            <a:fld id="{C65CAD8A-68BD-6243-838A-3DD119E815E1}" type="slidenum">
              <a:rPr lang="en-US" altLang="x-none"/>
              <a:pPr/>
              <a:t>‹#›</a:t>
            </a:fld>
            <a:endParaRPr lang="en-US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473200" rtl="0" eaLnBrk="1" fontAlgn="base" hangingPunct="1">
        <a:spcBef>
          <a:spcPct val="0"/>
        </a:spcBef>
        <a:spcAft>
          <a:spcPct val="0"/>
        </a:spcAft>
        <a:defRPr sz="71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473200" rtl="0" eaLnBrk="1" fontAlgn="base" hangingPunct="1">
        <a:spcBef>
          <a:spcPct val="0"/>
        </a:spcBef>
        <a:spcAft>
          <a:spcPct val="0"/>
        </a:spcAft>
        <a:defRPr sz="7100">
          <a:solidFill>
            <a:schemeClr val="tx2"/>
          </a:solidFill>
          <a:latin typeface="Arial" charset="0"/>
        </a:defRPr>
      </a:lvl2pPr>
      <a:lvl3pPr algn="ctr" defTabSz="1473200" rtl="0" eaLnBrk="1" fontAlgn="base" hangingPunct="1">
        <a:spcBef>
          <a:spcPct val="0"/>
        </a:spcBef>
        <a:spcAft>
          <a:spcPct val="0"/>
        </a:spcAft>
        <a:defRPr sz="7100">
          <a:solidFill>
            <a:schemeClr val="tx2"/>
          </a:solidFill>
          <a:latin typeface="Arial" charset="0"/>
        </a:defRPr>
      </a:lvl3pPr>
      <a:lvl4pPr algn="ctr" defTabSz="1473200" rtl="0" eaLnBrk="1" fontAlgn="base" hangingPunct="1">
        <a:spcBef>
          <a:spcPct val="0"/>
        </a:spcBef>
        <a:spcAft>
          <a:spcPct val="0"/>
        </a:spcAft>
        <a:defRPr sz="7100">
          <a:solidFill>
            <a:schemeClr val="tx2"/>
          </a:solidFill>
          <a:latin typeface="Arial" charset="0"/>
        </a:defRPr>
      </a:lvl4pPr>
      <a:lvl5pPr algn="ctr" defTabSz="1473200" rtl="0" eaLnBrk="1" fontAlgn="base" hangingPunct="1">
        <a:spcBef>
          <a:spcPct val="0"/>
        </a:spcBef>
        <a:spcAft>
          <a:spcPct val="0"/>
        </a:spcAft>
        <a:defRPr sz="7100">
          <a:solidFill>
            <a:schemeClr val="tx2"/>
          </a:solidFill>
          <a:latin typeface="Arial" charset="0"/>
        </a:defRPr>
      </a:lvl5pPr>
      <a:lvl6pPr marL="470322" algn="ctr" defTabSz="2941144" rtl="0" eaLnBrk="1" fontAlgn="base" hangingPunct="1">
        <a:spcBef>
          <a:spcPct val="0"/>
        </a:spcBef>
        <a:spcAft>
          <a:spcPct val="0"/>
        </a:spcAft>
        <a:defRPr sz="14200">
          <a:solidFill>
            <a:schemeClr val="tx2"/>
          </a:solidFill>
          <a:latin typeface="Arial" charset="0"/>
        </a:defRPr>
      </a:lvl6pPr>
      <a:lvl7pPr marL="940643" algn="ctr" defTabSz="2941144" rtl="0" eaLnBrk="1" fontAlgn="base" hangingPunct="1">
        <a:spcBef>
          <a:spcPct val="0"/>
        </a:spcBef>
        <a:spcAft>
          <a:spcPct val="0"/>
        </a:spcAft>
        <a:defRPr sz="14200">
          <a:solidFill>
            <a:schemeClr val="tx2"/>
          </a:solidFill>
          <a:latin typeface="Arial" charset="0"/>
        </a:defRPr>
      </a:lvl7pPr>
      <a:lvl8pPr marL="1410965" algn="ctr" defTabSz="2941144" rtl="0" eaLnBrk="1" fontAlgn="base" hangingPunct="1">
        <a:spcBef>
          <a:spcPct val="0"/>
        </a:spcBef>
        <a:spcAft>
          <a:spcPct val="0"/>
        </a:spcAft>
        <a:defRPr sz="14200">
          <a:solidFill>
            <a:schemeClr val="tx2"/>
          </a:solidFill>
          <a:latin typeface="Arial" charset="0"/>
        </a:defRPr>
      </a:lvl8pPr>
      <a:lvl9pPr marL="1881287" algn="ctr" defTabSz="2941144" rtl="0" eaLnBrk="1" fontAlgn="base" hangingPunct="1">
        <a:spcBef>
          <a:spcPct val="0"/>
        </a:spcBef>
        <a:spcAft>
          <a:spcPct val="0"/>
        </a:spcAft>
        <a:defRPr sz="14200">
          <a:solidFill>
            <a:schemeClr val="tx2"/>
          </a:solidFill>
          <a:latin typeface="Arial" charset="0"/>
        </a:defRPr>
      </a:lvl9pPr>
    </p:titleStyle>
    <p:bodyStyle>
      <a:lvl1pPr marL="554038" indent="-554038" algn="l" defTabSz="1473200" rtl="0" eaLnBrk="1" fontAlgn="base" hangingPunct="1">
        <a:spcBef>
          <a:spcPct val="20000"/>
        </a:spcBef>
        <a:spcAft>
          <a:spcPct val="0"/>
        </a:spcAft>
        <a:buChar char="•"/>
        <a:defRPr sz="5200">
          <a:solidFill>
            <a:schemeClr val="tx1"/>
          </a:solidFill>
          <a:latin typeface="+mn-lt"/>
          <a:ea typeface="+mn-ea"/>
          <a:cs typeface="+mn-cs"/>
        </a:defRPr>
      </a:lvl1pPr>
      <a:lvl2pPr marL="1198563" indent="-460375" algn="l" defTabSz="1473200" rtl="0" eaLnBrk="1" fontAlgn="base" hangingPunct="1">
        <a:spcBef>
          <a:spcPct val="20000"/>
        </a:spcBef>
        <a:spcAft>
          <a:spcPct val="0"/>
        </a:spcAft>
        <a:buChar char="–"/>
        <a:defRPr sz="4500">
          <a:solidFill>
            <a:schemeClr val="tx1"/>
          </a:solidFill>
          <a:latin typeface="+mn-lt"/>
        </a:defRPr>
      </a:lvl2pPr>
      <a:lvl3pPr marL="1843088" indent="-368300" algn="l" defTabSz="1473200" rtl="0" eaLnBrk="1" fontAlgn="base" hangingPunct="1">
        <a:spcBef>
          <a:spcPct val="20000"/>
        </a:spcBef>
        <a:spcAft>
          <a:spcPct val="0"/>
        </a:spcAft>
        <a:buChar char="•"/>
        <a:defRPr sz="3900">
          <a:solidFill>
            <a:schemeClr val="tx1"/>
          </a:solidFill>
          <a:latin typeface="+mn-lt"/>
        </a:defRPr>
      </a:lvl3pPr>
      <a:lvl4pPr marL="2581275" indent="-368300" algn="l" defTabSz="1473200" rtl="0" eaLnBrk="1" fontAlgn="base" hangingPunct="1">
        <a:spcBef>
          <a:spcPct val="20000"/>
        </a:spcBef>
        <a:spcAft>
          <a:spcPct val="0"/>
        </a:spcAft>
        <a:buChar char="–"/>
        <a:defRPr sz="3200">
          <a:solidFill>
            <a:schemeClr val="tx1"/>
          </a:solidFill>
          <a:latin typeface="+mn-lt"/>
        </a:defRPr>
      </a:lvl4pPr>
      <a:lvl5pPr marL="3317875" indent="-368300" algn="l" defTabSz="1473200" rtl="0" eaLnBrk="1" fontAlgn="base" hangingPunct="1">
        <a:spcBef>
          <a:spcPct val="20000"/>
        </a:spcBef>
        <a:spcAft>
          <a:spcPct val="0"/>
        </a:spcAft>
        <a:buChar char="»"/>
        <a:defRPr sz="3200">
          <a:solidFill>
            <a:schemeClr val="tx1"/>
          </a:solidFill>
          <a:latin typeface="+mn-lt"/>
        </a:defRPr>
      </a:lvl5pPr>
      <a:lvl6pPr marL="7089119" indent="-734878" algn="l" defTabSz="2941144" rtl="0" eaLnBrk="1" fontAlgn="base" hangingPunct="1">
        <a:spcBef>
          <a:spcPct val="20000"/>
        </a:spcBef>
        <a:spcAft>
          <a:spcPct val="0"/>
        </a:spcAft>
        <a:buChar char="»"/>
        <a:defRPr sz="6500">
          <a:solidFill>
            <a:schemeClr val="tx1"/>
          </a:solidFill>
          <a:latin typeface="+mn-lt"/>
        </a:defRPr>
      </a:lvl6pPr>
      <a:lvl7pPr marL="7559441" indent="-734878" algn="l" defTabSz="2941144" rtl="0" eaLnBrk="1" fontAlgn="base" hangingPunct="1">
        <a:spcBef>
          <a:spcPct val="20000"/>
        </a:spcBef>
        <a:spcAft>
          <a:spcPct val="0"/>
        </a:spcAft>
        <a:buChar char="»"/>
        <a:defRPr sz="6500">
          <a:solidFill>
            <a:schemeClr val="tx1"/>
          </a:solidFill>
          <a:latin typeface="+mn-lt"/>
        </a:defRPr>
      </a:lvl7pPr>
      <a:lvl8pPr marL="8029763" indent="-734878" algn="l" defTabSz="2941144" rtl="0" eaLnBrk="1" fontAlgn="base" hangingPunct="1">
        <a:spcBef>
          <a:spcPct val="20000"/>
        </a:spcBef>
        <a:spcAft>
          <a:spcPct val="0"/>
        </a:spcAft>
        <a:buChar char="»"/>
        <a:defRPr sz="6500">
          <a:solidFill>
            <a:schemeClr val="tx1"/>
          </a:solidFill>
          <a:latin typeface="+mn-lt"/>
        </a:defRPr>
      </a:lvl8pPr>
      <a:lvl9pPr marL="8500084" indent="-734878" algn="l" defTabSz="2941144" rtl="0" eaLnBrk="1" fontAlgn="base" hangingPunct="1">
        <a:spcBef>
          <a:spcPct val="20000"/>
        </a:spcBef>
        <a:spcAft>
          <a:spcPct val="0"/>
        </a:spcAft>
        <a:buChar char="»"/>
        <a:defRPr sz="65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40643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70322" algn="l" defTabSz="940643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40643" algn="l" defTabSz="940643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10965" algn="l" defTabSz="940643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81287" algn="l" defTabSz="940643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51608" algn="l" defTabSz="940643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21930" algn="l" defTabSz="940643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92251" algn="l" defTabSz="940643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762573" algn="l" defTabSz="940643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Line 15"/>
          <p:cNvSpPr>
            <a:spLocks noChangeShapeType="1"/>
          </p:cNvSpPr>
          <p:nvPr/>
        </p:nvSpPr>
        <p:spPr bwMode="auto">
          <a:xfrm>
            <a:off x="0" y="1406525"/>
            <a:ext cx="15122525" cy="0"/>
          </a:xfrm>
          <a:prstGeom prst="line">
            <a:avLst/>
          </a:prstGeom>
          <a:noFill/>
          <a:ln w="114300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4064" tIns="47032" rIns="94064" bIns="47032"/>
          <a:lstStyle/>
          <a:p>
            <a:endParaRPr lang="en-US"/>
          </a:p>
        </p:txBody>
      </p:sp>
      <p:pic>
        <p:nvPicPr>
          <p:cNvPr id="2051" name="Picture 17" descr="logo lar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946525" cy="1357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2" name="Rectangle 14"/>
          <p:cNvSpPr>
            <a:spLocks noChangeArrowheads="1"/>
          </p:cNvSpPr>
          <p:nvPr/>
        </p:nvSpPr>
        <p:spPr bwMode="auto">
          <a:xfrm>
            <a:off x="0" y="1425575"/>
            <a:ext cx="15122525" cy="926782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wrap="none" lIns="47165" tIns="23582" rIns="47165" bIns="23582" anchor="ctr"/>
          <a:lstStyle>
            <a:lvl1pPr defTabSz="471488" eaLnBrk="0" hangingPunct="0">
              <a:defRPr sz="29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71488" eaLnBrk="0" hangingPunct="0">
              <a:defRPr sz="29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71488" eaLnBrk="0" hangingPunct="0">
              <a:defRPr sz="29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71488" eaLnBrk="0" hangingPunct="0">
              <a:defRPr sz="29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71488" eaLnBrk="0" hangingPunct="0">
              <a:defRPr sz="29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7148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7148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7148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7148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x-none"/>
          </a:p>
        </p:txBody>
      </p:sp>
      <p:pic>
        <p:nvPicPr>
          <p:cNvPr id="2053" name="Picture 5" descr="use RH modified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2613" y="0"/>
            <a:ext cx="5662612" cy="136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4" name="Text Box 6"/>
          <p:cNvSpPr txBox="1">
            <a:spLocks noChangeArrowheads="1"/>
          </p:cNvSpPr>
          <p:nvPr/>
        </p:nvSpPr>
        <p:spPr bwMode="auto">
          <a:xfrm>
            <a:off x="1882977" y="940357"/>
            <a:ext cx="10873208" cy="4169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7165" tIns="23582" rIns="47165" bIns="23582">
            <a:spAutoFit/>
          </a:bodyPr>
          <a:lstStyle>
            <a:lvl1pPr defTabSz="1433513" eaLnBrk="0" hangingPunct="0">
              <a:defRPr sz="29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1433513" eaLnBrk="0" hangingPunct="0">
              <a:defRPr sz="29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1433513" eaLnBrk="0" hangingPunct="0">
              <a:defRPr sz="29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1433513" eaLnBrk="0" hangingPunct="0">
              <a:defRPr sz="29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1433513" eaLnBrk="0" hangingPunct="0">
              <a:defRPr sz="29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1433513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1433513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1433513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1433513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x-none" sz="2400" dirty="0">
                <a:solidFill>
                  <a:srgbClr val="FF0000"/>
                </a:solidFill>
              </a:rPr>
              <a:t>Name: ENOMA IGUISI        Supervisor: DR RICCARDO POLI</a:t>
            </a:r>
          </a:p>
        </p:txBody>
      </p:sp>
      <p:sp>
        <p:nvSpPr>
          <p:cNvPr id="2055" name="Rectangle 7"/>
          <p:cNvSpPr>
            <a:spLocks noChangeArrowheads="1"/>
          </p:cNvSpPr>
          <p:nvPr/>
        </p:nvSpPr>
        <p:spPr bwMode="auto">
          <a:xfrm>
            <a:off x="41434" y="1518743"/>
            <a:ext cx="2732087" cy="382795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9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9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9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9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9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 eaLnBrk="1" hangingPunct="1"/>
            <a:r>
              <a:rPr lang="en-US" altLang="x-none" sz="1400" dirty="0"/>
              <a:t>. </a:t>
            </a:r>
            <a:r>
              <a:rPr lang="en-US" altLang="x-none" sz="1400" b="1" dirty="0"/>
              <a:t>Project Overview</a:t>
            </a:r>
            <a:r>
              <a:rPr lang="en-US" altLang="x-none" sz="1400" dirty="0"/>
              <a:t>:</a:t>
            </a:r>
          </a:p>
          <a:p>
            <a:pPr algn="just" eaLnBrk="1" hangingPunct="1"/>
            <a:endParaRPr lang="en-US" altLang="x-none" sz="1400" dirty="0"/>
          </a:p>
          <a:p>
            <a:r>
              <a:rPr lang="en-GB" sz="1500" dirty="0"/>
              <a:t>This project investigates how </a:t>
            </a:r>
            <a:r>
              <a:rPr lang="en-GB" sz="1500" b="1" dirty="0"/>
              <a:t>Genetic Algorithms (GAs)</a:t>
            </a:r>
            <a:r>
              <a:rPr lang="en-GB" sz="1500" dirty="0"/>
              <a:t> can be used to generate pixel art automatically.</a:t>
            </a:r>
            <a:br>
              <a:rPr lang="en-GB" sz="1500" dirty="0"/>
            </a:br>
            <a:r>
              <a:rPr lang="en-GB" sz="1500" dirty="0"/>
              <a:t>A population of images evolves towards a target image using evolutionary operators such as </a:t>
            </a:r>
            <a:r>
              <a:rPr lang="en-GB" sz="1500" b="1" dirty="0"/>
              <a:t>selection, crossover and mutation</a:t>
            </a:r>
            <a:r>
              <a:rPr lang="en-GB" sz="1500" dirty="0"/>
              <a:t>.</a:t>
            </a:r>
          </a:p>
          <a:p>
            <a:r>
              <a:rPr lang="en-GB" sz="1500" dirty="0"/>
              <a:t>The system allows users to upload an image and observe how a population of candidate images gradually evolves to approximate the target.</a:t>
            </a:r>
          </a:p>
          <a:p>
            <a:pPr algn="just" eaLnBrk="1" hangingPunct="1"/>
            <a:endParaRPr lang="en-US" altLang="x-none" sz="1400" dirty="0"/>
          </a:p>
        </p:txBody>
      </p:sp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2576002" y="5073559"/>
            <a:ext cx="2732087" cy="555614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9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9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9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9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9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x-none" sz="2000" b="1" dirty="0"/>
              <a:t>Methodology:</a:t>
            </a:r>
          </a:p>
          <a:p>
            <a:r>
              <a:rPr lang="en-GB" sz="1600" b="1" dirty="0"/>
              <a:t>1. Initial Population</a:t>
            </a:r>
            <a:endParaRPr lang="en-GB" sz="1600" dirty="0"/>
          </a:p>
          <a:p>
            <a:pPr lvl="1"/>
            <a:r>
              <a:rPr lang="en-GB" sz="1600" dirty="0"/>
              <a:t>Random pixel images generated.</a:t>
            </a:r>
          </a:p>
          <a:p>
            <a:r>
              <a:rPr lang="en-GB" sz="1600" b="1" dirty="0"/>
              <a:t>2. Fitness Evaluation</a:t>
            </a:r>
            <a:endParaRPr lang="en-GB" sz="1600" dirty="0"/>
          </a:p>
          <a:p>
            <a:pPr lvl="1"/>
            <a:r>
              <a:rPr lang="en-GB" sz="1600" dirty="0"/>
              <a:t>Each image compared to the target image.</a:t>
            </a:r>
          </a:p>
          <a:p>
            <a:pPr lvl="1"/>
            <a:r>
              <a:rPr lang="en-GB" sz="1600" dirty="0"/>
              <a:t>Fitness = pixel similarity.</a:t>
            </a:r>
          </a:p>
          <a:p>
            <a:r>
              <a:rPr lang="en-GB" sz="1600" b="1" dirty="0"/>
              <a:t>3. Selection</a:t>
            </a:r>
            <a:endParaRPr lang="en-GB" sz="1600" dirty="0"/>
          </a:p>
          <a:p>
            <a:pPr lvl="1"/>
            <a:r>
              <a:rPr lang="en-GB" sz="1600" dirty="0"/>
              <a:t>Tournament selection chooses parents.</a:t>
            </a:r>
          </a:p>
          <a:p>
            <a:r>
              <a:rPr lang="en-GB" sz="1600" b="1" dirty="0"/>
              <a:t>4. Crossover</a:t>
            </a:r>
            <a:endParaRPr lang="en-GB" sz="1600" dirty="0"/>
          </a:p>
          <a:p>
            <a:pPr lvl="1"/>
            <a:r>
              <a:rPr lang="en-GB" sz="1600" dirty="0"/>
              <a:t>Parents combine to create offspring.</a:t>
            </a:r>
          </a:p>
          <a:p>
            <a:r>
              <a:rPr lang="en-GB" sz="1600" b="1" dirty="0"/>
              <a:t>5. Mutation</a:t>
            </a:r>
            <a:endParaRPr lang="en-GB" sz="1600" dirty="0"/>
          </a:p>
          <a:p>
            <a:pPr lvl="1"/>
            <a:r>
              <a:rPr lang="en-GB" sz="1600" dirty="0"/>
              <a:t>Random pixel changes maintain diversity.</a:t>
            </a:r>
          </a:p>
          <a:p>
            <a:r>
              <a:rPr lang="en-GB" sz="1600" b="1" dirty="0"/>
              <a:t>6. Replacement</a:t>
            </a:r>
            <a:endParaRPr lang="en-GB" sz="1600" dirty="0"/>
          </a:p>
          <a:p>
            <a:pPr lvl="1"/>
            <a:r>
              <a:rPr lang="en-GB" sz="1600" dirty="0"/>
              <a:t>New generation replaces the old.</a:t>
            </a:r>
          </a:p>
          <a:p>
            <a:pPr lvl="1"/>
            <a:endParaRPr lang="en-GB" sz="1600" dirty="0"/>
          </a:p>
          <a:p>
            <a:pPr lvl="1"/>
            <a:endParaRPr lang="en-GB" sz="1600" dirty="0"/>
          </a:p>
          <a:p>
            <a:pPr eaLnBrk="1" hangingPunct="1"/>
            <a:endParaRPr lang="x-none" altLang="x-none" sz="2000" dirty="0"/>
          </a:p>
        </p:txBody>
      </p:sp>
      <p:sp>
        <p:nvSpPr>
          <p:cNvPr id="2057" name="Rectangle 9"/>
          <p:cNvSpPr>
            <a:spLocks noChangeArrowheads="1"/>
          </p:cNvSpPr>
          <p:nvPr/>
        </p:nvSpPr>
        <p:spPr bwMode="auto">
          <a:xfrm>
            <a:off x="5768595" y="6202896"/>
            <a:ext cx="2732088" cy="441258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9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9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9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9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9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x-none" sz="2000" b="1" dirty="0"/>
              <a:t>Future Enhancements:</a:t>
            </a:r>
          </a:p>
          <a:p>
            <a:pPr eaLnBrk="1" hangingPunct="1"/>
            <a:endParaRPr lang="en-GB" altLang="x-none" sz="2000" dirty="0"/>
          </a:p>
          <a:p>
            <a:pPr eaLnBrk="1" hangingPunct="1"/>
            <a:r>
              <a:rPr lang="en-GB" altLang="x-none" sz="2000" dirty="0"/>
              <a:t>Parallelised evolution for faster results</a:t>
            </a:r>
          </a:p>
          <a:p>
            <a:pPr eaLnBrk="1" hangingPunct="1"/>
            <a:endParaRPr lang="en-GB" altLang="x-none" sz="2000" dirty="0"/>
          </a:p>
          <a:p>
            <a:pPr eaLnBrk="1" hangingPunct="1"/>
            <a:r>
              <a:rPr lang="en-GB" altLang="x-none" sz="2000" dirty="0"/>
              <a:t>Improved fitness functions</a:t>
            </a:r>
          </a:p>
          <a:p>
            <a:pPr eaLnBrk="1" hangingPunct="1"/>
            <a:endParaRPr lang="en-GB" altLang="x-none" sz="2000" dirty="0"/>
          </a:p>
          <a:p>
            <a:pPr eaLnBrk="1" hangingPunct="1"/>
            <a:r>
              <a:rPr lang="en-GB" altLang="x-none" sz="2000" dirty="0"/>
              <a:t>Multi-objective optimisation</a:t>
            </a:r>
          </a:p>
          <a:p>
            <a:pPr eaLnBrk="1" hangingPunct="1"/>
            <a:endParaRPr lang="en-GB" altLang="x-none" sz="2000" dirty="0"/>
          </a:p>
          <a:p>
            <a:pPr eaLnBrk="1" hangingPunct="1"/>
            <a:r>
              <a:rPr lang="en-GB" altLang="x-none" sz="2000" dirty="0"/>
              <a:t>Higher resolution art generation</a:t>
            </a:r>
            <a:endParaRPr lang="x-none" altLang="x-none" sz="2000" dirty="0"/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11563567" y="1882167"/>
            <a:ext cx="3540125" cy="440402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9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9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9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9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9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x-none" sz="2000" b="1" dirty="0"/>
              <a:t>Results:</a:t>
            </a:r>
          </a:p>
          <a:p>
            <a:pPr eaLnBrk="1" hangingPunct="1"/>
            <a:endParaRPr lang="en-GB" altLang="x-none" sz="2000" dirty="0"/>
          </a:p>
          <a:p>
            <a:pPr eaLnBrk="1" hangingPunct="1"/>
            <a:r>
              <a:rPr lang="en-GB" altLang="x-none" sz="2000" dirty="0"/>
              <a:t>The system successfully evolves images that approximate the target over many generations</a:t>
            </a:r>
          </a:p>
          <a:p>
            <a:pPr eaLnBrk="1" hangingPunct="1"/>
            <a:endParaRPr lang="en-GB" altLang="x-none" sz="2000" dirty="0"/>
          </a:p>
          <a:p>
            <a:pPr eaLnBrk="1" hangingPunct="1"/>
            <a:r>
              <a:rPr lang="en-GB" altLang="x-none" sz="2000" dirty="0"/>
              <a:t>Increasing population size improves image quality but increases computation time</a:t>
            </a:r>
          </a:p>
          <a:p>
            <a:pPr eaLnBrk="1" hangingPunct="1"/>
            <a:endParaRPr lang="en-GB" altLang="x-none" sz="2000" dirty="0"/>
          </a:p>
          <a:p>
            <a:pPr eaLnBrk="1" hangingPunct="1"/>
            <a:r>
              <a:rPr lang="en-GB" altLang="x-none" sz="2000" dirty="0"/>
              <a:t>Mutation rate strongly influences diversity and convergence speed</a:t>
            </a:r>
          </a:p>
          <a:p>
            <a:pPr eaLnBrk="1" hangingPunct="1"/>
            <a:endParaRPr lang="x-none" altLang="x-none" sz="2000" dirty="0"/>
          </a:p>
        </p:txBody>
      </p:sp>
      <p:sp>
        <p:nvSpPr>
          <p:cNvPr id="2059" name="TextBox 11"/>
          <p:cNvSpPr txBox="1">
            <a:spLocks noChangeArrowheads="1"/>
          </p:cNvSpPr>
          <p:nvPr/>
        </p:nvSpPr>
        <p:spPr bwMode="auto">
          <a:xfrm>
            <a:off x="4893089" y="38257"/>
            <a:ext cx="44831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9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9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9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9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9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altLang="x-none" sz="2200" b="1" dirty="0"/>
              <a:t>ART GENERATION WITH EVOLUTIONARY ALGORITHMS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1DF5610-DD05-F95B-0AD5-EC03253794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1549" y="1867438"/>
            <a:ext cx="4230520" cy="42305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0B427F1-1E12-4ECD-25E4-F6FFEA47B4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7253" y="1518743"/>
            <a:ext cx="3980759" cy="318320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1C0E078-5000-6C38-EC0E-317C38C207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7368" y="6920933"/>
            <a:ext cx="6308471" cy="346678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489A78F-2E51-259B-A273-F8FE07E390DE}"/>
              </a:ext>
            </a:extLst>
          </p:cNvPr>
          <p:cNvSpPr txBox="1"/>
          <p:nvPr/>
        </p:nvSpPr>
        <p:spPr>
          <a:xfrm>
            <a:off x="8878417" y="6363275"/>
            <a:ext cx="6048672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Application UI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C62E33-38C4-609F-1F1E-66E593736E33}"/>
              </a:ext>
            </a:extLst>
          </p:cNvPr>
          <p:cNvSpPr txBox="1"/>
          <p:nvPr/>
        </p:nvSpPr>
        <p:spPr>
          <a:xfrm>
            <a:off x="0" y="5706740"/>
            <a:ext cx="2448368" cy="49705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/>
              <a:t>Key Code Features</a:t>
            </a:r>
          </a:p>
          <a:p>
            <a:r>
              <a:rPr lang="en-GB" sz="1600" b="1" dirty="0"/>
              <a:t>• Generational genetic algorithm evolving pixel images</a:t>
            </a:r>
            <a:br>
              <a:rPr lang="en-GB" sz="1600" b="1" dirty="0"/>
            </a:br>
            <a:r>
              <a:rPr lang="en-GB" sz="1600" b="1" dirty="0"/>
              <a:t>• Tournament selection for parent selection</a:t>
            </a:r>
          </a:p>
          <a:p>
            <a:br>
              <a:rPr lang="en-GB" sz="1600" b="1" dirty="0"/>
            </a:br>
            <a:r>
              <a:rPr lang="en-GB" sz="1600" b="1" dirty="0"/>
              <a:t>• Pixel mutation introducing colour variation</a:t>
            </a:r>
          </a:p>
          <a:p>
            <a:br>
              <a:rPr lang="en-GB" sz="1600" b="1" dirty="0"/>
            </a:br>
            <a:r>
              <a:rPr lang="en-GB" sz="1600" b="1" dirty="0"/>
              <a:t>• Fitness function comparing generated and target images</a:t>
            </a:r>
          </a:p>
          <a:p>
            <a:br>
              <a:rPr lang="en-GB" sz="1600" b="1" dirty="0"/>
            </a:br>
            <a:r>
              <a:rPr lang="en-GB" sz="1600" b="1" dirty="0"/>
              <a:t>• </a:t>
            </a:r>
            <a:r>
              <a:rPr lang="en-GB" sz="1600" b="1" dirty="0" err="1"/>
              <a:t>Streamlit</a:t>
            </a:r>
            <a:r>
              <a:rPr lang="en-GB" sz="1600" b="1" dirty="0"/>
              <a:t> interface for interactive evolution and visualisation</a:t>
            </a:r>
          </a:p>
          <a:p>
            <a:endParaRPr lang="en-GB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FEBE86-DA83-B9E7-B95A-7780E69EDD30}"/>
              </a:ext>
            </a:extLst>
          </p:cNvPr>
          <p:cNvSpPr txBox="1"/>
          <p:nvPr/>
        </p:nvSpPr>
        <p:spPr>
          <a:xfrm>
            <a:off x="7421301" y="1350423"/>
            <a:ext cx="4123433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Evolution Gif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2859088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5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2859088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5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7D40E6585C8784EB4F7A91A219ECB38" ma:contentTypeVersion="0" ma:contentTypeDescription="Create a new document." ma:contentTypeScope="" ma:versionID="225f1df7c0d1d866e72199d38b91779e">
  <xsd:schema xmlns:xsd="http://www.w3.org/2001/XMLSchema" xmlns:p="http://schemas.microsoft.com/office/2006/metadata/properties" targetNamespace="http://schemas.microsoft.com/office/2006/metadata/properties" ma:root="true" ma:fieldsID="4aeb20c0e3442673af7ee1078645876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69E428E-B4E8-4A06-9EB6-04820EC0F3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2.xml><?xml version="1.0" encoding="utf-8"?>
<ds:datastoreItem xmlns:ds="http://schemas.openxmlformats.org/officeDocument/2006/customXml" ds:itemID="{54D0D3C5-34E4-4C50-AEF0-1975AC22AD5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CE301 Poster Template</Template>
  <TotalTime>124</TotalTime>
  <Words>238</Words>
  <Application>Microsoft Office PowerPoint</Application>
  <PresentationFormat>Custom</PresentationFormat>
  <Paragraphs>44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Default Design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Vickers, Anthony J</dc:creator>
  <cp:lastModifiedBy>Iguisi, Enoma</cp:lastModifiedBy>
  <cp:revision>3</cp:revision>
  <dcterms:created xsi:type="dcterms:W3CDTF">2017-01-16T10:10:48Z</dcterms:created>
  <dcterms:modified xsi:type="dcterms:W3CDTF">2026-03-06T13:54:07Z</dcterms:modified>
</cp:coreProperties>
</file>